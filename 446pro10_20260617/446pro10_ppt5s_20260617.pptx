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4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6323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083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961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94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7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50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824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58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303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447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788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9FB4B16-F60B-4AB8-A017-C912818C5184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F29865E-C6E4-441B-86CB-B032204DC6F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9174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CD04E5-A750-627A-F91F-3E7DEA226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249" cy="686882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C265DF-6945-EA24-B59A-08D60906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739" y="3793358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# Problem, Ideal Customer Profile, Value Proposition</a:t>
            </a:r>
            <a:br>
              <a:rPr lang="en-US" b="1" dirty="0"/>
            </a:b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5B502-0C5F-96E3-0437-4D3862211BFB}"/>
              </a:ext>
            </a:extLst>
          </p:cNvPr>
          <p:cNvSpPr txBox="1"/>
          <p:nvPr/>
        </p:nvSpPr>
        <p:spPr>
          <a:xfrm>
            <a:off x="5503984" y="87925"/>
            <a:ext cx="649751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## Problem Being Solved</a:t>
            </a:r>
          </a:p>
          <a:p>
            <a:r>
              <a:rPr lang="en-US" dirty="0"/>
              <a:t>Bird-watching enthusiasts often have difficulty finding bird-themed merchandise in one centralized location. Products are scattered across different websites, making shopping inconvenient.</a:t>
            </a:r>
          </a:p>
          <a:p>
            <a:r>
              <a:rPr lang="en-US" b="1" i="1" u="sng" dirty="0"/>
              <a:t>## Ideal Customer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Bird-watching enthusiasts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Bird collectors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Nature lovers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Gift shoppers looking for bird-themed products</a:t>
            </a:r>
          </a:p>
          <a:p>
            <a:r>
              <a:rPr lang="en-US" b="1" i="1" u="sng" dirty="0"/>
              <a:t>## Value Proposition</a:t>
            </a:r>
          </a:p>
          <a:p>
            <a:r>
              <a:rPr lang="en-US" dirty="0"/>
              <a:t>This application provides a centralized online store where bird lovers can browse and purchase curated bird-themed products e.g.: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Wine bottles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Collectible bird merchandise</a:t>
            </a:r>
          </a:p>
          <a:p>
            <a:r>
              <a:rPr lang="en-US" b="1" i="1" u="sng" dirty="0"/>
              <a:t>##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product discovery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shopping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Organized checkout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Centralized platform for bird-themed products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0BE0D-6F93-1367-4A97-124B6A627623}"/>
              </a:ext>
            </a:extLst>
          </p:cNvPr>
          <p:cNvSpPr txBox="1"/>
          <p:nvPr/>
        </p:nvSpPr>
        <p:spPr>
          <a:xfrm>
            <a:off x="432618" y="1888418"/>
            <a:ext cx="47784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Birdly</a:t>
            </a:r>
            <a:r>
              <a:rPr lang="en-US" sz="4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E-Commerce Application</a:t>
            </a:r>
          </a:p>
          <a:p>
            <a:endParaRPr lang="en-CA" sz="32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CD04E5-A750-627A-F91F-3E7DEA226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249" cy="686882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C265DF-6945-EA24-B59A-08D60906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81553"/>
            <a:ext cx="3932237" cy="1600200"/>
          </a:xfrm>
        </p:spPr>
        <p:txBody>
          <a:bodyPr/>
          <a:lstStyle/>
          <a:p>
            <a:r>
              <a:rPr lang="en-CA" dirty="0"/>
              <a:t># Methods and Application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5FDF0-35D4-996F-EA44-1A058BF36275}"/>
              </a:ext>
            </a:extLst>
          </p:cNvPr>
          <p:cNvSpPr txBox="1"/>
          <p:nvPr/>
        </p:nvSpPr>
        <p:spPr>
          <a:xfrm>
            <a:off x="9080089" y="1152454"/>
            <a:ext cx="65326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u="sng" dirty="0"/>
              <a:t>## Core Features</a:t>
            </a:r>
          </a:p>
          <a:p>
            <a:r>
              <a:rPr lang="en-CA" b="1" i="1" u="sng" dirty="0"/>
              <a:t>### Product Listing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Display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View product information</a:t>
            </a:r>
          </a:p>
          <a:p>
            <a:r>
              <a:rPr lang="en-CA" b="1" i="1" u="sng" dirty="0"/>
              <a:t>### Shopping Cart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Add items to cart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Update quantities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View cart contents</a:t>
            </a:r>
          </a:p>
          <a:p>
            <a:r>
              <a:rPr lang="en-CA" b="1" i="1" u="sng" dirty="0"/>
              <a:t>### Checkout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Review order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Submit purchase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Create order records</a:t>
            </a:r>
          </a:p>
          <a:p>
            <a:r>
              <a:rPr lang="en-CA" b="1" i="1" u="sng" dirty="0"/>
              <a:t>### Database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Create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Transaction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D0DAA-0220-1C7E-2660-C48D6B7288F1}"/>
              </a:ext>
            </a:extLst>
          </p:cNvPr>
          <p:cNvSpPr txBox="1"/>
          <p:nvPr/>
        </p:nvSpPr>
        <p:spPr>
          <a:xfrm>
            <a:off x="5380892" y="1152454"/>
            <a:ext cx="38158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u="sng" dirty="0"/>
              <a:t>## Technology Stack</a:t>
            </a:r>
          </a:p>
          <a:p>
            <a:r>
              <a:rPr lang="en-CA" b="1" i="1" u="sng" dirty="0"/>
              <a:t>### 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productList.html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orders.html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checkout.html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JavaScript</a:t>
            </a:r>
          </a:p>
          <a:p>
            <a:r>
              <a:rPr lang="en-CA" b="1" i="1" u="sng" dirty="0"/>
              <a:t>### 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server.js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jsfile.js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Node.js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Express.js</a:t>
            </a:r>
          </a:p>
          <a:p>
            <a:r>
              <a:rPr lang="en-CA" b="1" i="1" u="sng" dirty="0"/>
              <a:t>###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SQLite</a:t>
            </a:r>
          </a:p>
        </p:txBody>
      </p:sp>
    </p:spTree>
    <p:extLst>
      <p:ext uri="{BB962C8B-B14F-4D97-AF65-F5344CB8AC3E}">
        <p14:creationId xmlns:p14="http://schemas.microsoft.com/office/powerpoint/2010/main" val="407777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CD04E5-A750-627A-F91F-3E7DEA226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249" cy="686882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C265DF-6945-EA24-B59A-08D60906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88" y="1652954"/>
            <a:ext cx="3932237" cy="1600200"/>
          </a:xfrm>
        </p:spPr>
        <p:txBody>
          <a:bodyPr/>
          <a:lstStyle/>
          <a:p>
            <a:r>
              <a:rPr lang="en-US" dirty="0"/>
              <a:t># Code Review and System Workflow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C7E5F-47F6-D02D-5995-C646D1D7F4AC}"/>
              </a:ext>
            </a:extLst>
          </p:cNvPr>
          <p:cNvSpPr txBox="1"/>
          <p:nvPr/>
        </p:nvSpPr>
        <p:spPr>
          <a:xfrm>
            <a:off x="4651130" y="980301"/>
            <a:ext cx="4343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u="sng" dirty="0"/>
              <a:t>## Application Workflow</a:t>
            </a:r>
          </a:p>
          <a:p>
            <a:r>
              <a:rPr lang="en-CA" dirty="0"/>
              <a:t>Product List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Add To Cart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Cart Management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Checkout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Order Creation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SQLite Database</a:t>
            </a:r>
          </a:p>
          <a:p>
            <a:r>
              <a:rPr lang="en-CA" b="1" i="1" u="sng" dirty="0"/>
              <a:t>## Backend Responsibilities</a:t>
            </a:r>
          </a:p>
          <a:p>
            <a:r>
              <a:rPr lang="en-CA" b="1" i="1" dirty="0"/>
              <a:t>### Express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Serves frontend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Handles API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Processes cart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C7F2-B839-003A-E5EB-99CDE49443AF}"/>
              </a:ext>
            </a:extLst>
          </p:cNvPr>
          <p:cNvSpPr txBox="1"/>
          <p:nvPr/>
        </p:nvSpPr>
        <p:spPr>
          <a:xfrm>
            <a:off x="8616461" y="1257300"/>
            <a:ext cx="310424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/>
              <a:t>### SQLite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Stores cart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Stores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Maintains transactional data</a:t>
            </a:r>
          </a:p>
          <a:p>
            <a:r>
              <a:rPr lang="en-CA" b="1" i="1" dirty="0"/>
              <a:t>### CRUD Operations</a:t>
            </a:r>
          </a:p>
          <a:p>
            <a:r>
              <a:rPr lang="en-CA" dirty="0"/>
              <a:t>#### Create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Add products to cart</a:t>
            </a:r>
          </a:p>
          <a:p>
            <a:r>
              <a:rPr lang="en-CA" dirty="0"/>
              <a:t>#### 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View cart contents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View orders</a:t>
            </a:r>
          </a:p>
          <a:p>
            <a:r>
              <a:rPr lang="en-CA" dirty="0"/>
              <a:t>####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Modify quantities</a:t>
            </a:r>
          </a:p>
          <a:p>
            <a:r>
              <a:rPr lang="en-CA" dirty="0"/>
              <a:t>#### Transaction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Cart → Checkout → Order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78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CD04E5-A750-627A-F91F-3E7DEA226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249" cy="686882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C265DF-6945-EA24-B59A-08D60906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8263"/>
            <a:ext cx="3932237" cy="1600200"/>
          </a:xfrm>
        </p:spPr>
        <p:txBody>
          <a:bodyPr/>
          <a:lstStyle/>
          <a:p>
            <a:r>
              <a:rPr lang="en-CA" dirty="0"/>
              <a:t># Challenges and Solutions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E7D2D-0648-5243-FD53-E177E4C77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CA" b="1" i="1" u="sng" dirty="0"/>
              <a:t>## Challenge 1:</a:t>
            </a:r>
          </a:p>
          <a:p>
            <a:r>
              <a:rPr lang="en-US" b="1" i="1" u="sng" dirty="0"/>
              <a:t>PowerShell Execution Policy</a:t>
            </a:r>
          </a:p>
          <a:p>
            <a:r>
              <a:rPr lang="en-US" b="1" i="1" u="sng" dirty="0"/>
              <a:t>### Problem</a:t>
            </a:r>
          </a:p>
          <a:p>
            <a:r>
              <a:rPr lang="en-US" dirty="0"/>
              <a:t>Node.js setup required administrator permissions.</a:t>
            </a:r>
          </a:p>
          <a:p>
            <a:r>
              <a:rPr lang="en-US" b="1" i="1" u="sng" dirty="0"/>
              <a:t>### Solution</a:t>
            </a:r>
          </a:p>
          <a:p>
            <a:r>
              <a:rPr lang="en-US" dirty="0"/>
              <a:t>Used:</a:t>
            </a:r>
          </a:p>
          <a:p>
            <a:r>
              <a:rPr lang="en-US" dirty="0"/>
              <a:t>Set-</a:t>
            </a:r>
            <a:r>
              <a:rPr lang="en-US" dirty="0" err="1"/>
              <a:t>ExecutionPolicy</a:t>
            </a:r>
            <a:r>
              <a:rPr lang="en-US" dirty="0"/>
              <a:t> </a:t>
            </a:r>
            <a:r>
              <a:rPr lang="en-US" dirty="0" err="1"/>
              <a:t>CurrentUser</a:t>
            </a:r>
            <a:endParaRPr lang="en-US" dirty="0"/>
          </a:p>
          <a:p>
            <a:r>
              <a:rPr lang="en-US" dirty="0"/>
              <a:t>instead of modifying </a:t>
            </a:r>
            <a:r>
              <a:rPr lang="en-US" dirty="0" err="1"/>
              <a:t>LocalMachine</a:t>
            </a:r>
            <a:r>
              <a:rPr lang="en-US" dirty="0"/>
              <a:t> policy.</a:t>
            </a:r>
          </a:p>
          <a:p>
            <a:r>
              <a:rPr lang="en-US" b="1" i="1" u="sng" dirty="0"/>
              <a:t>### Outcome</a:t>
            </a:r>
          </a:p>
          <a:p>
            <a:r>
              <a:rPr lang="en-US" dirty="0"/>
              <a:t>Development environment configured successfully without administrator privileges.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E1905-E25A-B7F9-7AFB-9D1C647E2873}"/>
              </a:ext>
            </a:extLst>
          </p:cNvPr>
          <p:cNvSpPr txBox="1"/>
          <p:nvPr/>
        </p:nvSpPr>
        <p:spPr>
          <a:xfrm>
            <a:off x="5818922" y="610126"/>
            <a:ext cx="47302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/>
              <a:t>## Challenge 2: Mobile Testing Issues</a:t>
            </a:r>
          </a:p>
          <a:p>
            <a:r>
              <a:rPr lang="en-US" sz="1600" b="1" i="1" u="sng" dirty="0"/>
              <a:t>### Problem</a:t>
            </a:r>
          </a:p>
          <a:p>
            <a:r>
              <a:rPr lang="en-US" dirty="0"/>
              <a:t>Buttons on iPhone were not responding.</a:t>
            </a:r>
          </a:p>
          <a:p>
            <a:r>
              <a:rPr lang="en-US" b="1" i="1" u="sng" dirty="0"/>
              <a:t>### Solution</a:t>
            </a:r>
          </a:p>
          <a:p>
            <a:r>
              <a:rPr lang="en-US" dirty="0"/>
              <a:t>Changed localhost references to:</a:t>
            </a:r>
          </a:p>
          <a:p>
            <a:r>
              <a:rPr lang="en-US" dirty="0"/>
              <a:t>192.168.0.53:3000</a:t>
            </a:r>
          </a:p>
          <a:p>
            <a:r>
              <a:rPr lang="en-US" b="1" i="1" u="sng" dirty="0"/>
              <a:t>### Outcome</a:t>
            </a:r>
          </a:p>
          <a:p>
            <a:r>
              <a:rPr lang="en-US" dirty="0"/>
              <a:t>Application successfully tested on iPhone Safari.</a:t>
            </a: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D4C1C-A379-981A-B5ED-7658E13A1175}"/>
              </a:ext>
            </a:extLst>
          </p:cNvPr>
          <p:cNvSpPr txBox="1"/>
          <p:nvPr/>
        </p:nvSpPr>
        <p:spPr>
          <a:xfrm>
            <a:off x="5811718" y="3233405"/>
            <a:ext cx="53984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/>
              <a:t>## Challenge 3: Invalid Date Display</a:t>
            </a:r>
          </a:p>
          <a:p>
            <a:r>
              <a:rPr lang="en-US" sz="1600" b="1" i="1" u="sng" dirty="0"/>
              <a:t>### Problem</a:t>
            </a:r>
          </a:p>
          <a:p>
            <a:r>
              <a:rPr lang="en-US" dirty="0"/>
              <a:t>Order dates displayed as "Invalid Date".</a:t>
            </a:r>
          </a:p>
          <a:p>
            <a:r>
              <a:rPr lang="en-US" b="1" i="1" u="sng" dirty="0"/>
              <a:t>### Solution</a:t>
            </a:r>
          </a:p>
          <a:p>
            <a:r>
              <a:rPr lang="en-US" dirty="0"/>
              <a:t>Changed:</a:t>
            </a:r>
          </a:p>
          <a:p>
            <a:r>
              <a:rPr lang="en-US" dirty="0"/>
              <a:t>new Date(</a:t>
            </a:r>
            <a:r>
              <a:rPr lang="en-US" dirty="0" err="1"/>
              <a:t>order.created_at</a:t>
            </a:r>
            <a:r>
              <a:rPr lang="en-US" dirty="0"/>
              <a:t> + " UTC")</a:t>
            </a:r>
          </a:p>
          <a:p>
            <a:r>
              <a:rPr lang="en-US" dirty="0"/>
              <a:t>to</a:t>
            </a:r>
          </a:p>
          <a:p>
            <a:r>
              <a:rPr lang="en-US" dirty="0"/>
              <a:t>new Date(</a:t>
            </a:r>
            <a:r>
              <a:rPr lang="en-US" dirty="0" err="1"/>
              <a:t>order.created_at</a:t>
            </a:r>
            <a:r>
              <a:rPr lang="en-US" dirty="0"/>
              <a:t>).</a:t>
            </a:r>
            <a:r>
              <a:rPr lang="en-US" dirty="0" err="1"/>
              <a:t>toLocaleString</a:t>
            </a:r>
            <a:r>
              <a:rPr lang="en-US" dirty="0"/>
              <a:t>()</a:t>
            </a:r>
          </a:p>
          <a:p>
            <a:r>
              <a:rPr lang="en-US" b="1" i="1" u="sng" dirty="0"/>
              <a:t>### Outcome</a:t>
            </a:r>
          </a:p>
          <a:p>
            <a:r>
              <a:rPr lang="en-US" dirty="0"/>
              <a:t>Dates displayed correctly.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668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CD04E5-A750-627A-F91F-3E7DEA226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249" cy="686882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C265DF-6945-EA24-B59A-08D60906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449"/>
            <a:ext cx="3932237" cy="1600200"/>
          </a:xfrm>
        </p:spPr>
        <p:txBody>
          <a:bodyPr/>
          <a:lstStyle/>
          <a:p>
            <a:r>
              <a:rPr lang="en-CA" dirty="0"/>
              <a:t># Results &amp; Future Vision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E7D2D-0648-5243-FD53-E177E4C77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1" u="sng" dirty="0"/>
              <a:t>## Project Success Summary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100% of core e-commerce functionality completed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Successfully tested on 4 browsers and mobile Safari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SQLite database integrated for order management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Positive parent-user testing feedback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C6708E-D4BC-18AB-97C4-8CB046F32116}"/>
              </a:ext>
            </a:extLst>
          </p:cNvPr>
          <p:cNvSpPr txBox="1"/>
          <p:nvPr/>
        </p:nvSpPr>
        <p:spPr>
          <a:xfrm>
            <a:off x="6084278" y="663892"/>
            <a:ext cx="438736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/>
              <a:t>## Next Features</a:t>
            </a:r>
          </a:p>
          <a:p>
            <a:br>
              <a:rPr lang="en-US" sz="1600" dirty="0"/>
            </a:br>
            <a:r>
              <a:rPr lang="en-US" sz="1600" dirty="0"/>
              <a:t>Phase 1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Mobile Optimization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Product Search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600" dirty="0"/>
          </a:p>
          <a:p>
            <a:r>
              <a:rPr lang="en-US" sz="1600" dirty="0"/>
              <a:t>Phase 2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User Accounts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Analytics Dashboard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600" dirty="0"/>
          </a:p>
          <a:p>
            <a:r>
              <a:rPr lang="en-US" sz="1600" dirty="0"/>
              <a:t>Phase 3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Product Recommendations</a:t>
            </a:r>
          </a:p>
          <a:p>
            <a:endParaRPr lang="en-US" sz="1600" dirty="0"/>
          </a:p>
          <a:p>
            <a:r>
              <a:rPr lang="en-CA" b="1" i="1" u="sng" dirty="0"/>
              <a:t>## QR Code</a:t>
            </a:r>
            <a:endParaRPr lang="en-CA" sz="1600" b="1" i="1" u="sng" dirty="0"/>
          </a:p>
          <a:p>
            <a:r>
              <a:rPr lang="en-CA" dirty="0"/>
              <a:t>GitHub Repository:</a:t>
            </a:r>
            <a:br>
              <a:rPr lang="en-CA" dirty="0"/>
            </a:b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4DE0D-796E-929A-9E74-A31C2F6D4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624" y="4731549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0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462</Words>
  <Application>Microsoft Office PowerPoint</Application>
  <PresentationFormat>Grand écran</PresentationFormat>
  <Paragraphs>124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# Problem, Ideal Customer Profile, Value Proposition </vt:lpstr>
      <vt:lpstr># Methods and Application Features</vt:lpstr>
      <vt:lpstr># Code Review and System Workflow</vt:lpstr>
      <vt:lpstr># Challenges and Solutions</vt:lpstr>
      <vt:lpstr># Results &amp; Future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 Huang</dc:creator>
  <cp:lastModifiedBy>Lei Huang</cp:lastModifiedBy>
  <cp:revision>12</cp:revision>
  <dcterms:created xsi:type="dcterms:W3CDTF">2026-06-16T19:22:08Z</dcterms:created>
  <dcterms:modified xsi:type="dcterms:W3CDTF">2026-06-17T23:06:03Z</dcterms:modified>
</cp:coreProperties>
</file>